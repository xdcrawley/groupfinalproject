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A237A5-2C1A-45D2-83FF-167C35304AB7}" v="12" dt="2025-11-08T09:27:07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 Factor" userId="f9219da548f56874" providerId="LiveId" clId="{93BF5DF9-6E32-4D33-93AB-B3BE84F58A85}"/>
    <pc:docChg chg="custSel addSld delSld modSld">
      <pc:chgData name="X Factor" userId="f9219da548f56874" providerId="LiveId" clId="{93BF5DF9-6E32-4D33-93AB-B3BE84F58A85}" dt="2025-11-08T09:27:53.978" v="620" actId="27636"/>
      <pc:docMkLst>
        <pc:docMk/>
      </pc:docMkLst>
      <pc:sldChg chg="modSp mod">
        <pc:chgData name="X Factor" userId="f9219da548f56874" providerId="LiveId" clId="{93BF5DF9-6E32-4D33-93AB-B3BE84F58A85}" dt="2025-11-06T02:01:46.165" v="96" actId="20577"/>
        <pc:sldMkLst>
          <pc:docMk/>
          <pc:sldMk cId="1815137345" sldId="256"/>
        </pc:sldMkLst>
        <pc:spChg chg="mod">
          <ac:chgData name="X Factor" userId="f9219da548f56874" providerId="LiveId" clId="{93BF5DF9-6E32-4D33-93AB-B3BE84F58A85}" dt="2025-11-06T02:01:46.165" v="96" actId="20577"/>
          <ac:spMkLst>
            <pc:docMk/>
            <pc:sldMk cId="1815137345" sldId="256"/>
            <ac:spMk id="2" creationId="{06C14F59-452D-21AC-7A48-217C620D38ED}"/>
          </ac:spMkLst>
        </pc:spChg>
        <pc:spChg chg="mod">
          <ac:chgData name="X Factor" userId="f9219da548f56874" providerId="LiveId" clId="{93BF5DF9-6E32-4D33-93AB-B3BE84F58A85}" dt="2025-11-03T09:35:17.989" v="36" actId="20577"/>
          <ac:spMkLst>
            <pc:docMk/>
            <pc:sldMk cId="1815137345" sldId="256"/>
            <ac:spMk id="3" creationId="{82177782-F4B1-CC2E-EB9F-49F69E42D39C}"/>
          </ac:spMkLst>
        </pc:spChg>
      </pc:sldChg>
      <pc:sldChg chg="modSp new mod">
        <pc:chgData name="X Factor" userId="f9219da548f56874" providerId="LiveId" clId="{93BF5DF9-6E32-4D33-93AB-B3BE84F58A85}" dt="2025-11-08T09:20:20.712" v="234" actId="114"/>
        <pc:sldMkLst>
          <pc:docMk/>
          <pc:sldMk cId="311696448" sldId="257"/>
        </pc:sldMkLst>
        <pc:spChg chg="mod">
          <ac:chgData name="X Factor" userId="f9219da548f56874" providerId="LiveId" clId="{93BF5DF9-6E32-4D33-93AB-B3BE84F58A85}" dt="2025-11-06T02:02:11.413" v="123" actId="20577"/>
          <ac:spMkLst>
            <pc:docMk/>
            <pc:sldMk cId="311696448" sldId="257"/>
            <ac:spMk id="2" creationId="{0CC53AE1-BB30-B7CD-0D5F-6AA28A121D19}"/>
          </ac:spMkLst>
        </pc:spChg>
        <pc:spChg chg="mod">
          <ac:chgData name="X Factor" userId="f9219da548f56874" providerId="LiveId" clId="{93BF5DF9-6E32-4D33-93AB-B3BE84F58A85}" dt="2025-11-08T09:20:20.712" v="234" actId="114"/>
          <ac:spMkLst>
            <pc:docMk/>
            <pc:sldMk cId="311696448" sldId="257"/>
            <ac:spMk id="3" creationId="{798DF36E-F72B-9A17-7CE6-70DC58558FEA}"/>
          </ac:spMkLst>
        </pc:spChg>
      </pc:sldChg>
      <pc:sldChg chg="modSp new mod">
        <pc:chgData name="X Factor" userId="f9219da548f56874" providerId="LiveId" clId="{93BF5DF9-6E32-4D33-93AB-B3BE84F58A85}" dt="2025-11-08T09:24:52.447" v="513" actId="20577"/>
        <pc:sldMkLst>
          <pc:docMk/>
          <pc:sldMk cId="2928618909" sldId="258"/>
        </pc:sldMkLst>
        <pc:spChg chg="mod">
          <ac:chgData name="X Factor" userId="f9219da548f56874" providerId="LiveId" clId="{93BF5DF9-6E32-4D33-93AB-B3BE84F58A85}" dt="2025-11-06T02:07:59.711" v="184" actId="20577"/>
          <ac:spMkLst>
            <pc:docMk/>
            <pc:sldMk cId="2928618909" sldId="258"/>
            <ac:spMk id="2" creationId="{28795AB1-1751-72B6-1ECF-7552BA4701F5}"/>
          </ac:spMkLst>
        </pc:spChg>
        <pc:spChg chg="mod">
          <ac:chgData name="X Factor" userId="f9219da548f56874" providerId="LiveId" clId="{93BF5DF9-6E32-4D33-93AB-B3BE84F58A85}" dt="2025-11-08T09:24:52.447" v="513" actId="20577"/>
          <ac:spMkLst>
            <pc:docMk/>
            <pc:sldMk cId="2928618909" sldId="258"/>
            <ac:spMk id="3" creationId="{2B8D392F-E4C2-F1DA-496F-CB0D31A14B93}"/>
          </ac:spMkLst>
        </pc:spChg>
      </pc:sldChg>
      <pc:sldChg chg="modSp new mod">
        <pc:chgData name="X Factor" userId="f9219da548f56874" providerId="LiveId" clId="{93BF5DF9-6E32-4D33-93AB-B3BE84F58A85}" dt="2025-11-08T09:16:57.189" v="218" actId="20577"/>
        <pc:sldMkLst>
          <pc:docMk/>
          <pc:sldMk cId="1808267894" sldId="259"/>
        </pc:sldMkLst>
        <pc:spChg chg="mod">
          <ac:chgData name="X Factor" userId="f9219da548f56874" providerId="LiveId" clId="{93BF5DF9-6E32-4D33-93AB-B3BE84F58A85}" dt="2025-11-08T09:16:46.954" v="200" actId="20577"/>
          <ac:spMkLst>
            <pc:docMk/>
            <pc:sldMk cId="1808267894" sldId="259"/>
            <ac:spMk id="2" creationId="{E2402BD3-26E6-F928-E550-E835A509EDE0}"/>
          </ac:spMkLst>
        </pc:spChg>
        <pc:spChg chg="mod">
          <ac:chgData name="X Factor" userId="f9219da548f56874" providerId="LiveId" clId="{93BF5DF9-6E32-4D33-93AB-B3BE84F58A85}" dt="2025-11-08T09:16:57.189" v="218" actId="20577"/>
          <ac:spMkLst>
            <pc:docMk/>
            <pc:sldMk cId="1808267894" sldId="259"/>
            <ac:spMk id="3" creationId="{F97F5851-2A4F-6F5F-69E7-556DF24E6A11}"/>
          </ac:spMkLst>
        </pc:spChg>
      </pc:sldChg>
      <pc:sldChg chg="modSp new mod">
        <pc:chgData name="X Factor" userId="f9219da548f56874" providerId="LiveId" clId="{93BF5DF9-6E32-4D33-93AB-B3BE84F58A85}" dt="2025-11-08T09:20:08.672" v="231" actId="20577"/>
        <pc:sldMkLst>
          <pc:docMk/>
          <pc:sldMk cId="3815593541" sldId="260"/>
        </pc:sldMkLst>
        <pc:spChg chg="mod">
          <ac:chgData name="X Factor" userId="f9219da548f56874" providerId="LiveId" clId="{93BF5DF9-6E32-4D33-93AB-B3BE84F58A85}" dt="2025-11-08T09:19:55.074" v="226" actId="20577"/>
          <ac:spMkLst>
            <pc:docMk/>
            <pc:sldMk cId="3815593541" sldId="260"/>
            <ac:spMk id="2" creationId="{3483016C-41CF-1A2E-0DFF-002D9D6E26F3}"/>
          </ac:spMkLst>
        </pc:spChg>
        <pc:spChg chg="mod">
          <ac:chgData name="X Factor" userId="f9219da548f56874" providerId="LiveId" clId="{93BF5DF9-6E32-4D33-93AB-B3BE84F58A85}" dt="2025-11-08T09:20:08.672" v="231" actId="20577"/>
          <ac:spMkLst>
            <pc:docMk/>
            <pc:sldMk cId="3815593541" sldId="260"/>
            <ac:spMk id="3" creationId="{B442062B-89D5-B044-E6F0-D3BD24D62FB7}"/>
          </ac:spMkLst>
        </pc:spChg>
      </pc:sldChg>
      <pc:sldChg chg="modSp new mod">
        <pc:chgData name="X Factor" userId="f9219da548f56874" providerId="LiveId" clId="{93BF5DF9-6E32-4D33-93AB-B3BE84F58A85}" dt="2025-11-08T09:26:07.231" v="558" actId="20577"/>
        <pc:sldMkLst>
          <pc:docMk/>
          <pc:sldMk cId="3157798678" sldId="261"/>
        </pc:sldMkLst>
        <pc:spChg chg="mod">
          <ac:chgData name="X Factor" userId="f9219da548f56874" providerId="LiveId" clId="{93BF5DF9-6E32-4D33-93AB-B3BE84F58A85}" dt="2025-11-08T09:26:03.733" v="555" actId="20577"/>
          <ac:spMkLst>
            <pc:docMk/>
            <pc:sldMk cId="3157798678" sldId="261"/>
            <ac:spMk id="2" creationId="{8CC0034D-80C5-2E51-30A3-BA5F581D5A21}"/>
          </ac:spMkLst>
        </pc:spChg>
        <pc:spChg chg="mod">
          <ac:chgData name="X Factor" userId="f9219da548f56874" providerId="LiveId" clId="{93BF5DF9-6E32-4D33-93AB-B3BE84F58A85}" dt="2025-11-08T09:26:07.231" v="558" actId="20577"/>
          <ac:spMkLst>
            <pc:docMk/>
            <pc:sldMk cId="3157798678" sldId="261"/>
            <ac:spMk id="3" creationId="{F4D1B5D5-DD0A-8D20-D138-47A019100B64}"/>
          </ac:spMkLst>
        </pc:spChg>
      </pc:sldChg>
      <pc:sldChg chg="modSp new mod">
        <pc:chgData name="X Factor" userId="f9219da548f56874" providerId="LiveId" clId="{93BF5DF9-6E32-4D33-93AB-B3BE84F58A85}" dt="2025-11-08T09:26:36.216" v="580" actId="20577"/>
        <pc:sldMkLst>
          <pc:docMk/>
          <pc:sldMk cId="3552896687" sldId="262"/>
        </pc:sldMkLst>
        <pc:spChg chg="mod">
          <ac:chgData name="X Factor" userId="f9219da548f56874" providerId="LiveId" clId="{93BF5DF9-6E32-4D33-93AB-B3BE84F58A85}" dt="2025-11-08T09:26:36.216" v="580" actId="20577"/>
          <ac:spMkLst>
            <pc:docMk/>
            <pc:sldMk cId="3552896687" sldId="262"/>
            <ac:spMk id="2" creationId="{CE777FA0-63F9-6DFB-DAA4-ABC83254997A}"/>
          </ac:spMkLst>
        </pc:spChg>
      </pc:sldChg>
      <pc:sldChg chg="modSp new mod">
        <pc:chgData name="X Factor" userId="f9219da548f56874" providerId="LiveId" clId="{93BF5DF9-6E32-4D33-93AB-B3BE84F58A85}" dt="2025-11-08T09:27:53.978" v="620" actId="27636"/>
        <pc:sldMkLst>
          <pc:docMk/>
          <pc:sldMk cId="281018176" sldId="263"/>
        </pc:sldMkLst>
        <pc:spChg chg="mod">
          <ac:chgData name="X Factor" userId="f9219da548f56874" providerId="LiveId" clId="{93BF5DF9-6E32-4D33-93AB-B3BE84F58A85}" dt="2025-11-08T09:26:50.468" v="603" actId="20577"/>
          <ac:spMkLst>
            <pc:docMk/>
            <pc:sldMk cId="281018176" sldId="263"/>
            <ac:spMk id="2" creationId="{D9C58D93-F025-5505-1329-7D19566F9300}"/>
          </ac:spMkLst>
        </pc:spChg>
        <pc:spChg chg="mod">
          <ac:chgData name="X Factor" userId="f9219da548f56874" providerId="LiveId" clId="{93BF5DF9-6E32-4D33-93AB-B3BE84F58A85}" dt="2025-11-08T09:27:53.978" v="620" actId="27636"/>
          <ac:spMkLst>
            <pc:docMk/>
            <pc:sldMk cId="281018176" sldId="263"/>
            <ac:spMk id="3" creationId="{A68AD29E-6278-3B1B-2846-3A6D904FE93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8EFDC-BABB-A77F-1BF5-B11D7DEF0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1CE9E-9F0A-2102-84D3-48E4FA2C9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F2BF4-8C42-6A3D-976D-0FB8D46A1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2CB0B-C138-136F-D923-7FB5F90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65A7E-35C6-7F2A-0CA3-33B46B9F8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38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BEF43-7337-7A2A-5E14-20952E81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27E04-0155-D7A7-C350-28AB71B56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131CF6-18F4-2870-2D90-0434DDCF4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5CCE5-8276-8931-9EEC-71DA0350A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7484F-AEC3-F316-B5D8-8ADDC8C6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9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64E9-203D-2511-AA3B-02220E388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F5E49-7F85-4C49-23B4-7A0B3A838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EE07-7918-235B-B331-EFC88D46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196E5-B036-FB8C-3EB6-E7A3A5DCB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A3B78-3775-CD70-BA19-1B0EAE181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59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28935-540B-C88B-CE0B-0ACAAB9FC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0A488-0D92-F977-4CA3-3D87263E1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A2FE8-69D7-490B-80C4-E5871EB9A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959FE-8E58-07A3-8F8D-C6C395D20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610B2-003A-DAB0-FF52-27BFE36B5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A56768-500A-F38F-BCE3-13AED19F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110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39F-13B6-CD5F-1C8D-42777E66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90BB4-7AD5-9064-8021-48F456332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4C27E-4CB2-0362-780D-0F5BD03D13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3F95A0-8460-A32A-0B00-2C9C1A37C8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55D853-5F8F-3AA0-B884-93BECF82AF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AE6149-4A87-4025-6EF1-2A37EC3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2ED06B-F064-DB17-92A7-AE572921A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1F257A-242B-3D4D-932D-85A7267B0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5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3A622-01FC-2CAD-CC60-4309804D5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00FF3-3921-F5AF-BF61-0EFCEAED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A0A0C0-D494-9A6A-8BE7-5E19B3531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47114C-1452-6B1F-8385-EFD058C74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68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0752E5-7DE0-88E7-535A-7C21BE12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49B54E-3152-4021-7CED-1543A7532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181CD-C439-6237-F544-48E3B22AF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2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AF102-AD5F-D36E-314A-74B9C2D08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6293A-306A-27A6-9A68-9C9EF77CB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37B996-6BE7-56FA-AD49-5FAFECBB5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1F57F0-23BB-BCFE-0EB1-CF94A16D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2EA14-6061-0E29-2493-BD22A2DDA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E0B658-BD81-09A8-26FA-F05912037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11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F721-4561-5E3E-D1E1-BDE85A8A5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B4DE0C-03AF-C928-AAF7-63B784C0AF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0E2A59-4B89-ADC2-EB08-C23918E8A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D464EF-3B9F-4C81-0FBB-B255221D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61EEFF-2D3A-4C71-0F86-774543776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9A828A-A65B-AC27-40CA-185E5CE3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9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18F08-C58C-CBE9-69F6-D56BC50B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34D0C-8C38-D736-D66D-C006439760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E6B1-C91D-1319-006E-467CEA3B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D8C3E-732D-A8D2-A8C5-A69DCF244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ECDC3-F847-0A9B-CD16-F8FCF8620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94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7AFA97-0DE5-4B53-F179-1BB2E9170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58CD5B-615C-1F41-6A37-532028551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3170D-6893-77A0-5202-49D1A62DA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D1580-1055-75E0-3096-A1D64266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FFF6B-60AC-C711-B330-F9A400481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077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764B76-AC35-C4E4-D6D8-FE356C53F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31D9E-5D69-3C86-1C4E-37E429568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D0679-803A-29C8-A44E-30E6C5E43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A2CD3-E87F-25BA-4161-939B3AA8E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B08C1-4373-EAF7-1991-762851D93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83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14F59-452D-21AC-7A48-217C620D38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Group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177782-F4B1-CC2E-EB9F-49F69E42D3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Team:</a:t>
            </a:r>
          </a:p>
          <a:p>
            <a:pPr algn="l"/>
            <a:r>
              <a:rPr lang="en-US" dirty="0"/>
              <a:t>Xander Crawley</a:t>
            </a:r>
          </a:p>
          <a:p>
            <a:pPr algn="l"/>
            <a:r>
              <a:rPr lang="en-US"/>
              <a:t>Ayden Smith</a:t>
            </a:r>
          </a:p>
        </p:txBody>
      </p:sp>
    </p:spTree>
    <p:extLst>
      <p:ext uri="{BB962C8B-B14F-4D97-AF65-F5344CB8AC3E}">
        <p14:creationId xmlns:p14="http://schemas.microsoft.com/office/powerpoint/2010/main" val="1815137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2BD3-26E6-F928-E550-E835A509E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F5851-2A4F-6F5F-69E7-556DF24E6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 </a:t>
            </a:r>
            <a:r>
              <a:rPr lang="en-US" dirty="0" err="1"/>
              <a:t>QuickRoute</a:t>
            </a:r>
            <a:r>
              <a:rPr lang="en-US" dirty="0"/>
              <a:t> AI</a:t>
            </a:r>
          </a:p>
        </p:txBody>
      </p:sp>
    </p:spTree>
    <p:extLst>
      <p:ext uri="{BB962C8B-B14F-4D97-AF65-F5344CB8AC3E}">
        <p14:creationId xmlns:p14="http://schemas.microsoft.com/office/powerpoint/2010/main" val="1808267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3AE1-BB30-B7CD-0D5F-6AA28A121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DF36E-F72B-9A17-7CE6-70DC58558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Statement: In modern transportation, drivers and delivery fleets often rely on navigation systems that prioritize only the fastest route, not the most</a:t>
            </a:r>
            <a:r>
              <a:rPr lang="en-US" i="1" dirty="0"/>
              <a:t> </a:t>
            </a:r>
            <a:r>
              <a:rPr lang="en-US" dirty="0"/>
              <a:t>efficient one.</a:t>
            </a:r>
            <a:br>
              <a:rPr lang="en-US" dirty="0"/>
            </a:br>
            <a:r>
              <a:rPr lang="en-US" dirty="0"/>
              <a:t>This leads to:</a:t>
            </a:r>
          </a:p>
          <a:p>
            <a:pPr lvl="1"/>
            <a:r>
              <a:rPr lang="en-US" dirty="0"/>
              <a:t>Higher fuel consumption</a:t>
            </a:r>
          </a:p>
          <a:p>
            <a:pPr lvl="1"/>
            <a:r>
              <a:rPr lang="en-US" dirty="0"/>
              <a:t>Increased CO₂ emissions</a:t>
            </a:r>
          </a:p>
          <a:p>
            <a:pPr lvl="1"/>
            <a:r>
              <a:rPr lang="en-US" dirty="0"/>
              <a:t>Unnecessary costs for individuals and businesses</a:t>
            </a:r>
          </a:p>
          <a:p>
            <a:r>
              <a:rPr lang="en-US" dirty="0"/>
              <a:t>There is currently no simple, accessible system that helps everyday drivers make eco-friendly route decisions using real-world conditions such as traffic, terrain, and driving behavior.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96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016C-41CF-1A2E-0DFF-002D9D6E2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2062B-89D5-B044-E6F0-D3BD24D62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AI Will Address It: </a:t>
            </a:r>
            <a:r>
              <a:rPr lang="en-US" dirty="0" err="1"/>
              <a:t>QuickRoute</a:t>
            </a:r>
            <a:r>
              <a:rPr lang="en-US" dirty="0"/>
              <a:t> AI uses machine learning to analyze and predict the fuel efficiency of different driving routes based on key factors such as:</a:t>
            </a:r>
          </a:p>
          <a:p>
            <a:pPr lvl="1"/>
            <a:r>
              <a:rPr lang="en-US" dirty="0"/>
              <a:t>Distance and average speed</a:t>
            </a:r>
          </a:p>
          <a:p>
            <a:pPr lvl="1"/>
            <a:r>
              <a:rPr lang="en-US" dirty="0"/>
              <a:t>Elevation or slope of the road</a:t>
            </a:r>
          </a:p>
          <a:p>
            <a:pPr lvl="1"/>
            <a:r>
              <a:rPr lang="en-US" dirty="0"/>
              <a:t>Traffic density</a:t>
            </a:r>
          </a:p>
          <a:p>
            <a:pPr lvl="1"/>
            <a:r>
              <a:rPr lang="en-US" dirty="0"/>
              <a:t>Weather and temperature</a:t>
            </a:r>
          </a:p>
        </p:txBody>
      </p:sp>
    </p:spTree>
    <p:extLst>
      <p:ext uri="{BB962C8B-B14F-4D97-AF65-F5344CB8AC3E}">
        <p14:creationId xmlns:p14="http://schemas.microsoft.com/office/powerpoint/2010/main" val="381559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5AB1-1751-72B6-1ECF-7552BA47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AI </a:t>
            </a:r>
            <a:r>
              <a:rPr lang="en-US"/>
              <a:t>is Applied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392F-E4C2-F1DA-496F-CB0D31A14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system’s AI models include: Supervised Learning (Regression &amp; Classification)</a:t>
            </a:r>
          </a:p>
          <a:p>
            <a:pPr lvl="1"/>
            <a:r>
              <a:rPr lang="en-US" dirty="0"/>
              <a:t>Regression Model (e.g., Random Forest Regressor or Linear Regression):</a:t>
            </a:r>
            <a:br>
              <a:rPr lang="en-US" dirty="0"/>
            </a:br>
            <a:r>
              <a:rPr lang="en-US" dirty="0"/>
              <a:t>Predicts the estimated fuel consumption (liters) for any given route.</a:t>
            </a:r>
          </a:p>
          <a:p>
            <a:pPr lvl="1"/>
            <a:r>
              <a:rPr lang="en-US" dirty="0"/>
              <a:t>Classification Model (e.g., Decision Tree or Logistic Regression):</a:t>
            </a:r>
            <a:br>
              <a:rPr lang="en-US" dirty="0"/>
            </a:br>
            <a:r>
              <a:rPr lang="en-US" dirty="0"/>
              <a:t>Categorizes trips as Efficient or Inefficient, helping users understand which routes or driving styles save more energy.</a:t>
            </a:r>
          </a:p>
          <a:p>
            <a:r>
              <a:rPr lang="en-US" dirty="0"/>
              <a:t>Feature importance analysis to identify which conditions impact fuel usage the most.</a:t>
            </a:r>
          </a:p>
          <a:p>
            <a:r>
              <a:rPr lang="en-US" dirty="0"/>
              <a:t>By combining these models, </a:t>
            </a:r>
            <a:r>
              <a:rPr lang="en-US" dirty="0" err="1"/>
              <a:t>QuickRoute</a:t>
            </a:r>
            <a:r>
              <a:rPr lang="en-US" dirty="0"/>
              <a:t> AI can recommend optimized</a:t>
            </a:r>
            <a:r>
              <a:rPr lang="en-US" b="1" dirty="0"/>
              <a:t> </a:t>
            </a:r>
            <a:r>
              <a:rPr lang="en-US" dirty="0"/>
              <a:t>routes that reduce both cost and environmental impact.</a:t>
            </a:r>
          </a:p>
        </p:txBody>
      </p:sp>
    </p:spTree>
    <p:extLst>
      <p:ext uri="{BB962C8B-B14F-4D97-AF65-F5344CB8AC3E}">
        <p14:creationId xmlns:p14="http://schemas.microsoft.com/office/powerpoint/2010/main" val="2928618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0034D-80C5-2E51-30A3-BA5F581D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Intended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1B5D5-DD0A-8D20-D138-47A019100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Everyday drivers seeking to save on fuel and drive sustainably</a:t>
            </a:r>
          </a:p>
          <a:p>
            <a:r>
              <a:rPr lang="en-US" dirty="0"/>
              <a:t>Delivery companies or ride-sharing fleets aiming to reduce operational costs</a:t>
            </a:r>
          </a:p>
        </p:txBody>
      </p:sp>
    </p:spTree>
    <p:extLst>
      <p:ext uri="{BB962C8B-B14F-4D97-AF65-F5344CB8AC3E}">
        <p14:creationId xmlns:p14="http://schemas.microsoft.com/office/powerpoint/2010/main" val="3157798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77FA0-63F9-6DFB-DAA4-ABC832549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 Visuals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C21F4-8C17-34C7-3C98-6B4B851F1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6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58D93-F025-5505-1329-7D19566F9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AD29E-6278-3B1B-2846-3A6D904FE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Potential Concern: Data privacy and algorithmic bias.</a:t>
            </a:r>
          </a:p>
          <a:p>
            <a:pPr lvl="1"/>
            <a:r>
              <a:rPr lang="en-US" dirty="0"/>
              <a:t>If real route or driving data were used, sensitive location information could be exposed or certain driving patterns might bias predictions.</a:t>
            </a:r>
          </a:p>
          <a:p>
            <a:r>
              <a:rPr lang="en-US" dirty="0"/>
              <a:t>How We Address It:</a:t>
            </a:r>
          </a:p>
          <a:p>
            <a:pPr lvl="1"/>
            <a:r>
              <a:rPr lang="en-US" dirty="0"/>
              <a:t>Use anonymized or simulated datasets with no personal identifiers.</a:t>
            </a:r>
          </a:p>
          <a:p>
            <a:pPr lvl="1"/>
            <a:r>
              <a:rPr lang="en-US" dirty="0"/>
              <a:t>Apply model evaluation fairness checks to ensure predictions do not unfairly favor or penalize any route or driving type.</a:t>
            </a:r>
          </a:p>
          <a:p>
            <a:pPr lvl="1"/>
            <a:r>
              <a:rPr lang="en-US" dirty="0"/>
              <a:t>Maintain transparency in model assumptions and data sources within project documentation. Smart mobility researchers and students exploring sustainable AI applications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18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8511</TotalTime>
  <Words>359</Words>
  <Application>Microsoft Office PowerPoint</Application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Group Final Project</vt:lpstr>
      <vt:lpstr>Product</vt:lpstr>
      <vt:lpstr>Product</vt:lpstr>
      <vt:lpstr>Product</vt:lpstr>
      <vt:lpstr>How AI is Applied</vt:lpstr>
      <vt:lpstr>Intended Audience</vt:lpstr>
      <vt:lpstr>Demonstration Visuals</vt:lpstr>
      <vt:lpstr>Ethical Considerations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Factor</dc:creator>
  <cp:lastModifiedBy>X Factor</cp:lastModifiedBy>
  <cp:revision>1</cp:revision>
  <dcterms:created xsi:type="dcterms:W3CDTF">2025-11-02T05:04:45Z</dcterms:created>
  <dcterms:modified xsi:type="dcterms:W3CDTF">2025-11-08T09:27:56Z</dcterms:modified>
</cp:coreProperties>
</file>