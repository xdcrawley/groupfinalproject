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57" r:id="rId4"/>
    <p:sldId id="260" r:id="rId5"/>
    <p:sldId id="258" r:id="rId6"/>
    <p:sldId id="267" r:id="rId7"/>
    <p:sldId id="262" r:id="rId8"/>
    <p:sldId id="261" r:id="rId9"/>
    <p:sldId id="263" r:id="rId10"/>
    <p:sldId id="266" r:id="rId11"/>
  </p:sldIdLst>
  <p:sldSz cx="121920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A237A5-2C1A-45D2-83FF-167C35304AB7}" v="21" dt="2025-12-02T10:04:14.3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41" d="100"/>
          <a:sy n="41" d="100"/>
        </p:scale>
        <p:origin x="1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 Factor" userId="f9219da548f56874" providerId="LiveId" clId="{93BF5DF9-6E32-4D33-93AB-B3BE84F58A85}"/>
    <pc:docChg chg="undo custSel addSld delSld modSld sldOrd">
      <pc:chgData name="X Factor" userId="f9219da548f56874" providerId="LiveId" clId="{93BF5DF9-6E32-4D33-93AB-B3BE84F58A85}" dt="2025-12-03T10:49:56.016" v="1197" actId="5793"/>
      <pc:docMkLst>
        <pc:docMk/>
      </pc:docMkLst>
      <pc:sldChg chg="modSp mod">
        <pc:chgData name="X Factor" userId="f9219da548f56874" providerId="LiveId" clId="{93BF5DF9-6E32-4D33-93AB-B3BE84F58A85}" dt="2025-12-02T10:16:39.823" v="1065" actId="20577"/>
        <pc:sldMkLst>
          <pc:docMk/>
          <pc:sldMk cId="1815137345" sldId="256"/>
        </pc:sldMkLst>
        <pc:spChg chg="mod">
          <ac:chgData name="X Factor" userId="f9219da548f56874" providerId="LiveId" clId="{93BF5DF9-6E32-4D33-93AB-B3BE84F58A85}" dt="2025-11-06T02:01:46.165" v="96" actId="20577"/>
          <ac:spMkLst>
            <pc:docMk/>
            <pc:sldMk cId="1815137345" sldId="256"/>
            <ac:spMk id="2" creationId="{06C14F59-452D-21AC-7A48-217C620D38ED}"/>
          </ac:spMkLst>
        </pc:spChg>
        <pc:spChg chg="mod">
          <ac:chgData name="X Factor" userId="f9219da548f56874" providerId="LiveId" clId="{93BF5DF9-6E32-4D33-93AB-B3BE84F58A85}" dt="2025-12-02T10:16:39.823" v="1065" actId="20577"/>
          <ac:spMkLst>
            <pc:docMk/>
            <pc:sldMk cId="1815137345" sldId="256"/>
            <ac:spMk id="3" creationId="{82177782-F4B1-CC2E-EB9F-49F69E42D39C}"/>
          </ac:spMkLst>
        </pc:spChg>
      </pc:sldChg>
      <pc:sldChg chg="modSp new mod">
        <pc:chgData name="X Factor" userId="f9219da548f56874" providerId="LiveId" clId="{93BF5DF9-6E32-4D33-93AB-B3BE84F58A85}" dt="2025-11-29T09:09:59.068" v="944" actId="27636"/>
        <pc:sldMkLst>
          <pc:docMk/>
          <pc:sldMk cId="311696448" sldId="257"/>
        </pc:sldMkLst>
        <pc:spChg chg="mod">
          <ac:chgData name="X Factor" userId="f9219da548f56874" providerId="LiveId" clId="{93BF5DF9-6E32-4D33-93AB-B3BE84F58A85}" dt="2025-11-06T02:02:11.413" v="123" actId="20577"/>
          <ac:spMkLst>
            <pc:docMk/>
            <pc:sldMk cId="311696448" sldId="257"/>
            <ac:spMk id="2" creationId="{0CC53AE1-BB30-B7CD-0D5F-6AA28A121D19}"/>
          </ac:spMkLst>
        </pc:spChg>
        <pc:spChg chg="mod">
          <ac:chgData name="X Factor" userId="f9219da548f56874" providerId="LiveId" clId="{93BF5DF9-6E32-4D33-93AB-B3BE84F58A85}" dt="2025-11-29T09:09:59.068" v="944" actId="27636"/>
          <ac:spMkLst>
            <pc:docMk/>
            <pc:sldMk cId="311696448" sldId="257"/>
            <ac:spMk id="3" creationId="{798DF36E-F72B-9A17-7CE6-70DC58558FEA}"/>
          </ac:spMkLst>
        </pc:spChg>
      </pc:sldChg>
      <pc:sldChg chg="modSp new mod">
        <pc:chgData name="X Factor" userId="f9219da548f56874" providerId="LiveId" clId="{93BF5DF9-6E32-4D33-93AB-B3BE84F58A85}" dt="2025-11-29T09:09:59.083" v="945" actId="27636"/>
        <pc:sldMkLst>
          <pc:docMk/>
          <pc:sldMk cId="2928618909" sldId="258"/>
        </pc:sldMkLst>
        <pc:spChg chg="mod">
          <ac:chgData name="X Factor" userId="f9219da548f56874" providerId="LiveId" clId="{93BF5DF9-6E32-4D33-93AB-B3BE84F58A85}" dt="2025-11-06T02:07:59.711" v="184" actId="20577"/>
          <ac:spMkLst>
            <pc:docMk/>
            <pc:sldMk cId="2928618909" sldId="258"/>
            <ac:spMk id="2" creationId="{28795AB1-1751-72B6-1ECF-7552BA4701F5}"/>
          </ac:spMkLst>
        </pc:spChg>
        <pc:spChg chg="mod">
          <ac:chgData name="X Factor" userId="f9219da548f56874" providerId="LiveId" clId="{93BF5DF9-6E32-4D33-93AB-B3BE84F58A85}" dt="2025-11-29T09:09:59.083" v="945" actId="27636"/>
          <ac:spMkLst>
            <pc:docMk/>
            <pc:sldMk cId="2928618909" sldId="258"/>
            <ac:spMk id="3" creationId="{2B8D392F-E4C2-F1DA-496F-CB0D31A14B93}"/>
          </ac:spMkLst>
        </pc:spChg>
      </pc:sldChg>
      <pc:sldChg chg="addSp modSp new mod">
        <pc:chgData name="X Factor" userId="f9219da548f56874" providerId="LiveId" clId="{93BF5DF9-6E32-4D33-93AB-B3BE84F58A85}" dt="2025-12-02T10:04:44.673" v="1007" actId="1076"/>
        <pc:sldMkLst>
          <pc:docMk/>
          <pc:sldMk cId="1808267894" sldId="259"/>
        </pc:sldMkLst>
        <pc:spChg chg="mod">
          <ac:chgData name="X Factor" userId="f9219da548f56874" providerId="LiveId" clId="{93BF5DF9-6E32-4D33-93AB-B3BE84F58A85}" dt="2025-11-08T09:16:46.954" v="200" actId="20577"/>
          <ac:spMkLst>
            <pc:docMk/>
            <pc:sldMk cId="1808267894" sldId="259"/>
            <ac:spMk id="2" creationId="{E2402BD3-26E6-F928-E550-E835A509EDE0}"/>
          </ac:spMkLst>
        </pc:spChg>
        <pc:spChg chg="mod">
          <ac:chgData name="X Factor" userId="f9219da548f56874" providerId="LiveId" clId="{93BF5DF9-6E32-4D33-93AB-B3BE84F58A85}" dt="2025-12-02T10:04:04.566" v="1001" actId="20577"/>
          <ac:spMkLst>
            <pc:docMk/>
            <pc:sldMk cId="1808267894" sldId="259"/>
            <ac:spMk id="3" creationId="{F97F5851-2A4F-6F5F-69E7-556DF24E6A11}"/>
          </ac:spMkLst>
        </pc:spChg>
        <pc:picChg chg="add mod">
          <ac:chgData name="X Factor" userId="f9219da548f56874" providerId="LiveId" clId="{93BF5DF9-6E32-4D33-93AB-B3BE84F58A85}" dt="2025-12-02T10:04:44.673" v="1007" actId="1076"/>
          <ac:picMkLst>
            <pc:docMk/>
            <pc:sldMk cId="1808267894" sldId="259"/>
            <ac:picMk id="5" creationId="{0B61A94D-54C6-0DC9-ECA9-A12986FF4A35}"/>
          </ac:picMkLst>
        </pc:picChg>
      </pc:sldChg>
      <pc:sldChg chg="modSp new mod">
        <pc:chgData name="X Factor" userId="f9219da548f56874" providerId="LiveId" clId="{93BF5DF9-6E32-4D33-93AB-B3BE84F58A85}" dt="2025-11-08T09:20:08.672" v="231" actId="20577"/>
        <pc:sldMkLst>
          <pc:docMk/>
          <pc:sldMk cId="3815593541" sldId="260"/>
        </pc:sldMkLst>
        <pc:spChg chg="mod">
          <ac:chgData name="X Factor" userId="f9219da548f56874" providerId="LiveId" clId="{93BF5DF9-6E32-4D33-93AB-B3BE84F58A85}" dt="2025-11-08T09:19:55.074" v="226" actId="20577"/>
          <ac:spMkLst>
            <pc:docMk/>
            <pc:sldMk cId="3815593541" sldId="260"/>
            <ac:spMk id="2" creationId="{3483016C-41CF-1A2E-0DFF-002D9D6E26F3}"/>
          </ac:spMkLst>
        </pc:spChg>
        <pc:spChg chg="mod">
          <ac:chgData name="X Factor" userId="f9219da548f56874" providerId="LiveId" clId="{93BF5DF9-6E32-4D33-93AB-B3BE84F58A85}" dt="2025-11-08T09:20:08.672" v="231" actId="20577"/>
          <ac:spMkLst>
            <pc:docMk/>
            <pc:sldMk cId="3815593541" sldId="260"/>
            <ac:spMk id="3" creationId="{B442062B-89D5-B044-E6F0-D3BD24D62FB7}"/>
          </ac:spMkLst>
        </pc:spChg>
      </pc:sldChg>
      <pc:sldChg chg="modSp new mod ord">
        <pc:chgData name="X Factor" userId="f9219da548f56874" providerId="LiveId" clId="{93BF5DF9-6E32-4D33-93AB-B3BE84F58A85}" dt="2025-12-02T10:16:01.421" v="1011"/>
        <pc:sldMkLst>
          <pc:docMk/>
          <pc:sldMk cId="3157798678" sldId="261"/>
        </pc:sldMkLst>
        <pc:spChg chg="mod">
          <ac:chgData name="X Factor" userId="f9219da548f56874" providerId="LiveId" clId="{93BF5DF9-6E32-4D33-93AB-B3BE84F58A85}" dt="2025-11-08T09:26:03.733" v="555" actId="20577"/>
          <ac:spMkLst>
            <pc:docMk/>
            <pc:sldMk cId="3157798678" sldId="261"/>
            <ac:spMk id="2" creationId="{8CC0034D-80C5-2E51-30A3-BA5F581D5A21}"/>
          </ac:spMkLst>
        </pc:spChg>
        <pc:spChg chg="mod">
          <ac:chgData name="X Factor" userId="f9219da548f56874" providerId="LiveId" clId="{93BF5DF9-6E32-4D33-93AB-B3BE84F58A85}" dt="2025-11-08T09:26:07.231" v="558" actId="20577"/>
          <ac:spMkLst>
            <pc:docMk/>
            <pc:sldMk cId="3157798678" sldId="261"/>
            <ac:spMk id="3" creationId="{F4D1B5D5-DD0A-8D20-D138-47A019100B64}"/>
          </ac:spMkLst>
        </pc:spChg>
      </pc:sldChg>
      <pc:sldChg chg="addSp delSp modSp new mod">
        <pc:chgData name="X Factor" userId="f9219da548f56874" providerId="LiveId" clId="{93BF5DF9-6E32-4D33-93AB-B3BE84F58A85}" dt="2025-11-29T09:13:05.038" v="999" actId="20577"/>
        <pc:sldMkLst>
          <pc:docMk/>
          <pc:sldMk cId="3552896687" sldId="262"/>
        </pc:sldMkLst>
        <pc:spChg chg="mod">
          <ac:chgData name="X Factor" userId="f9219da548f56874" providerId="LiveId" clId="{93BF5DF9-6E32-4D33-93AB-B3BE84F58A85}" dt="2025-11-29T09:13:05.038" v="999" actId="20577"/>
          <ac:spMkLst>
            <pc:docMk/>
            <pc:sldMk cId="3552896687" sldId="262"/>
            <ac:spMk id="2" creationId="{CE777FA0-63F9-6DFB-DAA4-ABC83254997A}"/>
          </ac:spMkLst>
        </pc:spChg>
        <pc:graphicFrameChg chg="add mod ord modGraphic">
          <ac:chgData name="X Factor" userId="f9219da548f56874" providerId="LiveId" clId="{93BF5DF9-6E32-4D33-93AB-B3BE84F58A85}" dt="2025-11-29T09:12:50.009" v="980"/>
          <ac:graphicFrameMkLst>
            <pc:docMk/>
            <pc:sldMk cId="3552896687" sldId="262"/>
            <ac:graphicFrameMk id="4" creationId="{43A61CA9-9531-9138-9ED4-AF673942CDC0}"/>
          </ac:graphicFrameMkLst>
        </pc:graphicFrameChg>
      </pc:sldChg>
      <pc:sldChg chg="modSp new mod">
        <pc:chgData name="X Factor" userId="f9219da548f56874" providerId="LiveId" clId="{93BF5DF9-6E32-4D33-93AB-B3BE84F58A85}" dt="2025-12-03T10:49:56.016" v="1197" actId="5793"/>
        <pc:sldMkLst>
          <pc:docMk/>
          <pc:sldMk cId="281018176" sldId="263"/>
        </pc:sldMkLst>
        <pc:spChg chg="mod">
          <ac:chgData name="X Factor" userId="f9219da548f56874" providerId="LiveId" clId="{93BF5DF9-6E32-4D33-93AB-B3BE84F58A85}" dt="2025-11-08T09:26:50.468" v="603" actId="20577"/>
          <ac:spMkLst>
            <pc:docMk/>
            <pc:sldMk cId="281018176" sldId="263"/>
            <ac:spMk id="2" creationId="{D9C58D93-F025-5505-1329-7D19566F9300}"/>
          </ac:spMkLst>
        </pc:spChg>
        <pc:spChg chg="mod">
          <ac:chgData name="X Factor" userId="f9219da548f56874" providerId="LiveId" clId="{93BF5DF9-6E32-4D33-93AB-B3BE84F58A85}" dt="2025-12-03T10:49:56.016" v="1197" actId="5793"/>
          <ac:spMkLst>
            <pc:docMk/>
            <pc:sldMk cId="281018176" sldId="263"/>
            <ac:spMk id="3" creationId="{A68AD29E-6278-3B1B-2846-3A6D904FE93D}"/>
          </ac:spMkLst>
        </pc:spChg>
      </pc:sldChg>
      <pc:sldChg chg="modSp new del mod">
        <pc:chgData name="X Factor" userId="f9219da548f56874" providerId="LiveId" clId="{93BF5DF9-6E32-4D33-93AB-B3BE84F58A85}" dt="2025-12-02T10:15:06.571" v="1009" actId="47"/>
        <pc:sldMkLst>
          <pc:docMk/>
          <pc:sldMk cId="2575597958" sldId="264"/>
        </pc:sldMkLst>
      </pc:sldChg>
      <pc:sldChg chg="modSp new del mod">
        <pc:chgData name="X Factor" userId="f9219da548f56874" providerId="LiveId" clId="{93BF5DF9-6E32-4D33-93AB-B3BE84F58A85}" dt="2025-12-02T10:15:03.776" v="1008" actId="47"/>
        <pc:sldMkLst>
          <pc:docMk/>
          <pc:sldMk cId="546438262" sldId="265"/>
        </pc:sldMkLst>
      </pc:sldChg>
      <pc:sldChg chg="modSp new mod">
        <pc:chgData name="X Factor" userId="f9219da548f56874" providerId="LiveId" clId="{93BF5DF9-6E32-4D33-93AB-B3BE84F58A85}" dt="2025-11-18T05:11:16.982" v="711" actId="255"/>
        <pc:sldMkLst>
          <pc:docMk/>
          <pc:sldMk cId="2223967585" sldId="266"/>
        </pc:sldMkLst>
        <pc:spChg chg="mod">
          <ac:chgData name="X Factor" userId="f9219da548f56874" providerId="LiveId" clId="{93BF5DF9-6E32-4D33-93AB-B3BE84F58A85}" dt="2025-11-18T05:09:41.961" v="706" actId="20577"/>
          <ac:spMkLst>
            <pc:docMk/>
            <pc:sldMk cId="2223967585" sldId="266"/>
            <ac:spMk id="2" creationId="{0F065B01-C24C-8A33-86CF-E19555C81430}"/>
          </ac:spMkLst>
        </pc:spChg>
        <pc:spChg chg="mod">
          <ac:chgData name="X Factor" userId="f9219da548f56874" providerId="LiveId" clId="{93BF5DF9-6E32-4D33-93AB-B3BE84F58A85}" dt="2025-11-18T05:11:16.982" v="711" actId="255"/>
          <ac:spMkLst>
            <pc:docMk/>
            <pc:sldMk cId="2223967585" sldId="266"/>
            <ac:spMk id="3" creationId="{FFFF9BDD-6FDC-43C5-C439-5F2C096CF379}"/>
          </ac:spMkLst>
        </pc:spChg>
      </pc:sldChg>
      <pc:sldChg chg="modSp new mod">
        <pc:chgData name="X Factor" userId="f9219da548f56874" providerId="LiveId" clId="{93BF5DF9-6E32-4D33-93AB-B3BE84F58A85}" dt="2025-12-03T10:49:05.923" v="1188" actId="20577"/>
        <pc:sldMkLst>
          <pc:docMk/>
          <pc:sldMk cId="2007043204" sldId="267"/>
        </pc:sldMkLst>
        <pc:spChg chg="mod">
          <ac:chgData name="X Factor" userId="f9219da548f56874" providerId="LiveId" clId="{93BF5DF9-6E32-4D33-93AB-B3BE84F58A85}" dt="2025-11-29T09:11:05.401" v="977" actId="20577"/>
          <ac:spMkLst>
            <pc:docMk/>
            <pc:sldMk cId="2007043204" sldId="267"/>
            <ac:spMk id="2" creationId="{6DD32B0F-953A-8375-421B-1AEDC4445EDF}"/>
          </ac:spMkLst>
        </pc:spChg>
        <pc:spChg chg="mod">
          <ac:chgData name="X Factor" userId="f9219da548f56874" providerId="LiveId" clId="{93BF5DF9-6E32-4D33-93AB-B3BE84F58A85}" dt="2025-12-03T10:49:05.923" v="1188" actId="20577"/>
          <ac:spMkLst>
            <pc:docMk/>
            <pc:sldMk cId="2007043204" sldId="267"/>
            <ac:spMk id="3" creationId="{649A6B78-7873-E7B9-91C0-2C9FDD9E3C0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95781"/>
            <a:ext cx="10363200" cy="382016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763261"/>
            <a:ext cx="9144000" cy="264921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E3BED-8909-4184-A73C-568DD28031D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2EBA-2FBE-4A5A-8751-A24FCEF6E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96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E3BED-8909-4184-A73C-568DD28031D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2EBA-2FBE-4A5A-8751-A24FCEF6E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63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735583"/>
            <a:ext cx="10515600" cy="456437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343143"/>
            <a:ext cx="10515600" cy="24002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E3BED-8909-4184-A73C-568DD28031D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2EBA-2FBE-4A5A-8751-A24FCEF6E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39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921000"/>
            <a:ext cx="51816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921000"/>
            <a:ext cx="518160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E3BED-8909-4184-A73C-568DD28031D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2EBA-2FBE-4A5A-8751-A24FCEF6E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51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84202"/>
            <a:ext cx="1051560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89861"/>
            <a:ext cx="5157787" cy="131825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008120"/>
            <a:ext cx="5157787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89861"/>
            <a:ext cx="5183188" cy="131825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008120"/>
            <a:ext cx="5183188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E3BED-8909-4184-A73C-568DD28031D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2EBA-2FBE-4A5A-8751-A24FCEF6E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4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E3BED-8909-4184-A73C-568DD28031D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2EBA-2FBE-4A5A-8751-A24FCEF6E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671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E3BED-8909-4184-A73C-568DD28031D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2EBA-2FBE-4A5A-8751-A24FCEF6E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9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56032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79882"/>
            <a:ext cx="6172200" cy="7797800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91840"/>
            <a:ext cx="3932237" cy="60985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E3BED-8909-4184-A73C-568DD28031D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2EBA-2FBE-4A5A-8751-A24FCEF6E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1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56032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79882"/>
            <a:ext cx="6172200" cy="779780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91840"/>
            <a:ext cx="3932237" cy="60985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E3BED-8909-4184-A73C-568DD28031D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2EBA-2FBE-4A5A-8751-A24FCEF6E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85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E3BED-8909-4184-A73C-568DD28031D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2EBA-2FBE-4A5A-8751-A24FCEF6E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1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84200"/>
            <a:ext cx="2628900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84200"/>
            <a:ext cx="7734300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E3BED-8909-4184-A73C-568DD28031D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82EBA-2FBE-4A5A-8751-A24FCEF6E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5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84202"/>
            <a:ext cx="1051560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921000"/>
            <a:ext cx="1051560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170162"/>
            <a:ext cx="27432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E3BED-8909-4184-A73C-568DD28031D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170162"/>
            <a:ext cx="41148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170162"/>
            <a:ext cx="274320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82EBA-2FBE-4A5A-8751-A24FCEF6E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1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4F59-452D-21AC-7A48-217C620D38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Group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77782-F4B1-CC2E-EB9F-49F69E42D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Team:</a:t>
            </a:r>
          </a:p>
          <a:p>
            <a:pPr algn="l"/>
            <a:r>
              <a:rPr lang="en-US" dirty="0"/>
              <a:t>Xander Crawley</a:t>
            </a:r>
          </a:p>
          <a:p>
            <a:pPr algn="l"/>
            <a:r>
              <a:rPr lang="en-US"/>
              <a:t>Ayden Smith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137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2BD3-26E6-F928-E550-E835A509E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F5851-2A4F-6F5F-69E7-556DF24E6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</a:t>
            </a:r>
            <a:r>
              <a:rPr lang="en-US" dirty="0" err="1"/>
              <a:t>QuickRoute</a:t>
            </a:r>
            <a:r>
              <a:rPr lang="en-US" dirty="0"/>
              <a:t> AI</a:t>
            </a:r>
          </a:p>
          <a:p>
            <a:endParaRPr lang="en-US" dirty="0"/>
          </a:p>
        </p:txBody>
      </p:sp>
      <p:pic>
        <p:nvPicPr>
          <p:cNvPr id="5" name="Picture 4" descr="A logo of a green circle with blue lines and a blue stripe&#10;&#10;AI-generated content may be incorrect.">
            <a:extLst>
              <a:ext uri="{FF2B5EF4-FFF2-40B4-BE49-F238E27FC236}">
                <a16:creationId xmlns:a16="http://schemas.microsoft.com/office/drawing/2014/main" id="{0B61A94D-54C6-0DC9-ECA9-A12986FF4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879" y="4738236"/>
            <a:ext cx="7002242" cy="332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67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3AE1-BB30-B7CD-0D5F-6AA28A121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DF36E-F72B-9A17-7CE6-70DC58558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Statement: In modern transportation, drivers and delivery fleets often rely on navigation systems that prioritize only the fastest route, not the most</a:t>
            </a:r>
            <a:r>
              <a:rPr lang="en-US" i="1" dirty="0"/>
              <a:t> </a:t>
            </a:r>
            <a:r>
              <a:rPr lang="en-US" dirty="0"/>
              <a:t>efficient one.</a:t>
            </a:r>
            <a:br>
              <a:rPr lang="en-US" dirty="0"/>
            </a:br>
            <a:r>
              <a:rPr lang="en-US" dirty="0"/>
              <a:t>This leads to:</a:t>
            </a:r>
          </a:p>
          <a:p>
            <a:pPr lvl="1"/>
            <a:r>
              <a:rPr lang="en-US" dirty="0"/>
              <a:t>Higher fuel consumption</a:t>
            </a:r>
          </a:p>
          <a:p>
            <a:pPr lvl="1"/>
            <a:r>
              <a:rPr lang="en-US" dirty="0"/>
              <a:t>Increased CO₂ emissions</a:t>
            </a:r>
          </a:p>
          <a:p>
            <a:pPr lvl="1"/>
            <a:r>
              <a:rPr lang="en-US" dirty="0"/>
              <a:t>Unnecessary costs for individuals and businesses</a:t>
            </a:r>
          </a:p>
          <a:p>
            <a:r>
              <a:rPr lang="en-US" dirty="0"/>
              <a:t>There is currently no simple, accessible system that helps everyday drivers make eco-friendly route decisions using real-world conditions such as traffic, terrain, and driving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9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016C-41CF-1A2E-0DFF-002D9D6E2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2062B-89D5-B044-E6F0-D3BD24D62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AI Will Address It: </a:t>
            </a:r>
            <a:r>
              <a:rPr lang="en-US" dirty="0" err="1"/>
              <a:t>QuickRoute</a:t>
            </a:r>
            <a:r>
              <a:rPr lang="en-US" dirty="0"/>
              <a:t> AI uses machine learning to analyze and predict the fuel efficiency of different driving routes based on key factors such as:</a:t>
            </a:r>
          </a:p>
          <a:p>
            <a:pPr lvl="1"/>
            <a:r>
              <a:rPr lang="en-US" dirty="0"/>
              <a:t>Distance and average speed</a:t>
            </a:r>
          </a:p>
          <a:p>
            <a:pPr lvl="1"/>
            <a:r>
              <a:rPr lang="en-US" dirty="0"/>
              <a:t>Elevation or slope of the road</a:t>
            </a:r>
          </a:p>
          <a:p>
            <a:pPr lvl="1"/>
            <a:r>
              <a:rPr lang="en-US" dirty="0"/>
              <a:t>Traffic density</a:t>
            </a:r>
          </a:p>
          <a:p>
            <a:pPr lvl="1"/>
            <a:r>
              <a:rPr lang="en-US" dirty="0"/>
              <a:t>Weather and temperature</a:t>
            </a:r>
          </a:p>
        </p:txBody>
      </p:sp>
    </p:spTree>
    <p:extLst>
      <p:ext uri="{BB962C8B-B14F-4D97-AF65-F5344CB8AC3E}">
        <p14:creationId xmlns:p14="http://schemas.microsoft.com/office/powerpoint/2010/main" val="3815593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5AB1-1751-72B6-1ECF-7552BA47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AI </a:t>
            </a:r>
            <a:r>
              <a:rPr lang="en-US"/>
              <a:t>is Applied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D392F-E4C2-F1DA-496F-CB0D31A14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system’s AI models include: Supervised Learning (Regression &amp; Classification)</a:t>
            </a:r>
          </a:p>
          <a:p>
            <a:pPr lvl="1"/>
            <a:r>
              <a:rPr lang="en-US" dirty="0"/>
              <a:t>Regression Model (e.g., Random Forest Regressor or Linear Regression):</a:t>
            </a:r>
            <a:br>
              <a:rPr lang="en-US" dirty="0"/>
            </a:br>
            <a:r>
              <a:rPr lang="en-US" dirty="0"/>
              <a:t>Predicts the estimated fuel consumption (liters) for any given route.</a:t>
            </a:r>
          </a:p>
          <a:p>
            <a:pPr lvl="1"/>
            <a:r>
              <a:rPr lang="en-US" dirty="0"/>
              <a:t>Classification Model (e.g., Decision Tree or Logistic Regression):</a:t>
            </a:r>
            <a:br>
              <a:rPr lang="en-US" dirty="0"/>
            </a:br>
            <a:r>
              <a:rPr lang="en-US" dirty="0"/>
              <a:t>Categorizes trips as Efficient or Inefficient, helping users understand which routes or driving styles save more energy.</a:t>
            </a:r>
          </a:p>
          <a:p>
            <a:r>
              <a:rPr lang="en-US" dirty="0"/>
              <a:t>Feature importance analysis to identify which conditions impact fuel usage the most.</a:t>
            </a:r>
          </a:p>
          <a:p>
            <a:r>
              <a:rPr lang="en-US" dirty="0"/>
              <a:t>By combining these models, </a:t>
            </a:r>
            <a:r>
              <a:rPr lang="en-US" dirty="0" err="1"/>
              <a:t>QuickRoute</a:t>
            </a:r>
            <a:r>
              <a:rPr lang="en-US" dirty="0"/>
              <a:t> AI can recommend optimized</a:t>
            </a:r>
            <a:r>
              <a:rPr lang="en-US" b="1" dirty="0"/>
              <a:t> </a:t>
            </a:r>
            <a:r>
              <a:rPr lang="en-US" dirty="0"/>
              <a:t>routes that reduce both cost and environmental impact.</a:t>
            </a:r>
          </a:p>
        </p:txBody>
      </p:sp>
    </p:spTree>
    <p:extLst>
      <p:ext uri="{BB962C8B-B14F-4D97-AF65-F5344CB8AC3E}">
        <p14:creationId xmlns:p14="http://schemas.microsoft.com/office/powerpoint/2010/main" val="2928618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32B0F-953A-8375-421B-1AEDC4445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Mockup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A6B78-7873-E7B9-91C0-2C9FDD9E3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21001"/>
            <a:ext cx="12192000" cy="80517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 -----------------------------------------------------------</a:t>
            </a:r>
          </a:p>
          <a:p>
            <a:pPr marL="0" indent="0">
              <a:buNone/>
            </a:pPr>
            <a:r>
              <a:rPr lang="en-US" sz="1800" dirty="0"/>
              <a:t>|                   QUICKROUTE AI DASHBOARD                 |</a:t>
            </a:r>
          </a:p>
          <a:p>
            <a:pPr marL="0" indent="0">
              <a:buNone/>
            </a:pPr>
            <a:r>
              <a:rPr lang="en-US" sz="1800" dirty="0"/>
              <a:t> -----------------------------------------------------------</a:t>
            </a:r>
          </a:p>
          <a:p>
            <a:pPr marL="0" indent="0">
              <a:buNone/>
            </a:pPr>
            <a:r>
              <a:rPr lang="en-US" sz="1800" dirty="0"/>
              <a:t>|  Predicted Fuel Usage:         |   Route Efficiency:      |</a:t>
            </a:r>
          </a:p>
          <a:p>
            <a:pPr marL="0" indent="0">
              <a:buNone/>
            </a:pPr>
            <a:r>
              <a:rPr lang="en-US" sz="1800" dirty="0"/>
              <a:t>|         3.8 liters             |        ★★★★☆ (Efficient)      |</a:t>
            </a:r>
          </a:p>
          <a:p>
            <a:pPr marL="0" indent="0">
              <a:buNone/>
            </a:pPr>
            <a:r>
              <a:rPr lang="en-US" sz="1800" dirty="0"/>
              <a:t>|-----------------------------------------------------------|</a:t>
            </a:r>
          </a:p>
          <a:p>
            <a:pPr marL="0" indent="0">
              <a:buNone/>
            </a:pPr>
            <a:r>
              <a:rPr lang="en-US" sz="1800" dirty="0"/>
              <a:t>|  Route Details:                                          |</a:t>
            </a:r>
          </a:p>
          <a:p>
            <a:pPr marL="0" indent="0">
              <a:buNone/>
            </a:pPr>
            <a:r>
              <a:rPr lang="en-US" sz="1800" dirty="0"/>
              <a:t>|   • Distance: 12.4 km                                    |</a:t>
            </a:r>
          </a:p>
          <a:p>
            <a:pPr marL="0" indent="0">
              <a:buNone/>
            </a:pPr>
            <a:r>
              <a:rPr lang="en-US" sz="1800" dirty="0"/>
              <a:t>|   • Avg Speed: 39 mph                                    |</a:t>
            </a:r>
          </a:p>
          <a:p>
            <a:pPr marL="0" indent="0">
              <a:buNone/>
            </a:pPr>
            <a:r>
              <a:rPr lang="en-US" sz="1800" dirty="0"/>
              <a:t>|   • Elevation Gain: 84 m                               |</a:t>
            </a:r>
          </a:p>
          <a:p>
            <a:pPr marL="0" indent="0">
              <a:buNone/>
            </a:pPr>
            <a:r>
              <a:rPr lang="en-US" sz="1800" dirty="0"/>
              <a:t>|   • Traffic Level: Medium                              |</a:t>
            </a:r>
          </a:p>
          <a:p>
            <a:pPr marL="0" indent="0">
              <a:buNone/>
            </a:pPr>
            <a:r>
              <a:rPr lang="en-US" sz="1800" dirty="0"/>
              <a:t>|-----------------------------------------------------------|</a:t>
            </a:r>
          </a:p>
          <a:p>
            <a:pPr marL="0" indent="0">
              <a:buNone/>
            </a:pPr>
            <a:r>
              <a:rPr lang="en-US" sz="1800" dirty="0"/>
              <a:t>|                Fuel Consumption Chart (Preview)          |</a:t>
            </a:r>
          </a:p>
          <a:p>
            <a:pPr marL="0" indent="0">
              <a:buNone/>
            </a:pPr>
            <a:r>
              <a:rPr lang="en-US" sz="1800" dirty="0"/>
              <a:t>|         |                                                 |</a:t>
            </a:r>
          </a:p>
          <a:p>
            <a:pPr marL="0" indent="0">
              <a:buNone/>
            </a:pPr>
            <a:r>
              <a:rPr lang="en-US" sz="1800" dirty="0"/>
              <a:t>|  5 L ---|                     ███                         |</a:t>
            </a:r>
          </a:p>
          <a:p>
            <a:pPr marL="0" indent="0">
              <a:buNone/>
            </a:pPr>
            <a:r>
              <a:rPr lang="en-US" sz="1800" dirty="0"/>
              <a:t>|         |          ███         ███            ███         |</a:t>
            </a:r>
          </a:p>
          <a:p>
            <a:pPr marL="0" indent="0">
              <a:buNone/>
            </a:pPr>
            <a:r>
              <a:rPr lang="en-US" sz="1800" dirty="0"/>
              <a:t>|  3 L ---|  ███     ███        ███    ███     ███         |</a:t>
            </a:r>
          </a:p>
          <a:p>
            <a:pPr marL="0" indent="0">
              <a:buNone/>
            </a:pPr>
            <a:r>
              <a:rPr lang="en-US" sz="1800" dirty="0"/>
              <a:t>|         --------------------------------------------------|</a:t>
            </a:r>
          </a:p>
          <a:p>
            <a:pPr marL="0" indent="0">
              <a:buNone/>
            </a:pPr>
            <a:r>
              <a:rPr lang="en-US" sz="1800" dirty="0"/>
              <a:t>|         Route A   Route B   Route C   Route D             |</a:t>
            </a:r>
          </a:p>
          <a:p>
            <a:pPr marL="0" indent="0">
              <a:buNone/>
            </a:pPr>
            <a:r>
              <a:rPr lang="en-US" sz="1800" dirty="0"/>
              <a:t> 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007043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7FA0-63F9-6DFB-DAA4-ABC832549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Output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A61CA9-9531-9138-9ED4-AF673942CD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7811766"/>
              </p:ext>
            </p:extLst>
          </p:nvPr>
        </p:nvGraphicFramePr>
        <p:xfrm>
          <a:off x="838200" y="2921000"/>
          <a:ext cx="10515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31720611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0347146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807369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2705105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554104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43565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Distance (km)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Elevation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Predicted Fuel (L)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95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81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68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590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950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2896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0034D-80C5-2E51-30A3-BA5F581D5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Intended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1B5D5-DD0A-8D20-D138-47A019100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Everyday drivers seeking to save on fuel and drive sustainably</a:t>
            </a:r>
          </a:p>
          <a:p>
            <a:r>
              <a:rPr lang="en-US" dirty="0"/>
              <a:t>Delivery companies or ride-sharing fleets aiming to reduce operational costs</a:t>
            </a:r>
          </a:p>
        </p:txBody>
      </p:sp>
    </p:spTree>
    <p:extLst>
      <p:ext uri="{BB962C8B-B14F-4D97-AF65-F5344CB8AC3E}">
        <p14:creationId xmlns:p14="http://schemas.microsoft.com/office/powerpoint/2010/main" val="3157798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58D93-F025-5505-1329-7D19566F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AD29E-6278-3B1B-2846-3A6D904FE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Potential Concern: Data privacy and algorithmic bias.</a:t>
            </a:r>
          </a:p>
          <a:p>
            <a:pPr lvl="1"/>
            <a:r>
              <a:rPr lang="en-US" dirty="0"/>
              <a:t>If real route or driving data were used, sensitive location information could be exposed or certain driving patterns </a:t>
            </a:r>
            <a:r>
              <a:rPr lang="en-US"/>
              <a:t>might produce bias </a:t>
            </a:r>
            <a:r>
              <a:rPr lang="en-US" dirty="0"/>
              <a:t>predictions.</a:t>
            </a:r>
          </a:p>
          <a:p>
            <a:r>
              <a:rPr lang="en-US" dirty="0"/>
              <a:t>How We Address It:</a:t>
            </a:r>
          </a:p>
          <a:p>
            <a:pPr lvl="1"/>
            <a:r>
              <a:rPr lang="en-US" dirty="0"/>
              <a:t>Use anonymized or simulated datasets with no personal identifiers.</a:t>
            </a:r>
          </a:p>
          <a:p>
            <a:pPr lvl="1"/>
            <a:r>
              <a:rPr lang="en-US" dirty="0"/>
              <a:t>Apply model evaluation fairness checks to ensure predictions do not unfairly favor or penalize any route or driving type.</a:t>
            </a:r>
          </a:p>
          <a:p>
            <a:pPr lvl="1"/>
            <a:r>
              <a:rPr lang="en-US" dirty="0"/>
              <a:t>Maintain transparency in model assumptions and data sources within project documentation. Smart mobility researchers and students exploring sustainable AI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18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5B01-C24C-8A33-86CF-E19555C8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F9BDD-6FDC-43C5-C439-5F2C096C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QuickRoute</a:t>
            </a:r>
            <a:r>
              <a:rPr lang="en-US" dirty="0"/>
              <a:t> AI empowers sustainable mobility by combining AI-driven predictions with eco-conscious routing.</a:t>
            </a:r>
            <a:br>
              <a:rPr lang="en-US" dirty="0"/>
            </a:br>
            <a:r>
              <a:rPr lang="en-US" dirty="0"/>
              <a:t>With your support, we can scale it into a real tool that reduces fuel costs, lowers emissions, and helps drivers make greener decisions every day.</a:t>
            </a:r>
          </a:p>
        </p:txBody>
      </p:sp>
    </p:spTree>
    <p:extLst>
      <p:ext uri="{BB962C8B-B14F-4D97-AF65-F5344CB8AC3E}">
        <p14:creationId xmlns:p14="http://schemas.microsoft.com/office/powerpoint/2010/main" val="222396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14510</TotalTime>
  <Words>560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Group Final Project</vt:lpstr>
      <vt:lpstr>Product</vt:lpstr>
      <vt:lpstr>Product</vt:lpstr>
      <vt:lpstr>Product</vt:lpstr>
      <vt:lpstr>How AI is Applied</vt:lpstr>
      <vt:lpstr>Dashboard Mockup</vt:lpstr>
      <vt:lpstr>Sample Output Table</vt:lpstr>
      <vt:lpstr>Intended Audience</vt:lpstr>
      <vt:lpstr>Ethical Considerations</vt:lpstr>
      <vt:lpstr>Closing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 Factor</dc:creator>
  <cp:lastModifiedBy>X Factor</cp:lastModifiedBy>
  <cp:revision>1</cp:revision>
  <dcterms:created xsi:type="dcterms:W3CDTF">2025-11-02T05:04:45Z</dcterms:created>
  <dcterms:modified xsi:type="dcterms:W3CDTF">2025-12-03T10:50:02Z</dcterms:modified>
</cp:coreProperties>
</file>